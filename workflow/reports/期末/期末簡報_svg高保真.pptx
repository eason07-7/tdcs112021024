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Slides/_rels/notesSlide1.xml.rels><?xml version='1.0' encoding='UTF-8' standalone='yes'?>
<Relationships xmlns="http://schemas.openxmlformats.org/package/2006/relationships"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老師、助教、各位同學好，我們是第 17 組。我們這次的題目是「國道車流資料的下載跟清洗工具」。[Pause] 簡單來說，我們把期中那個只跑過一次、又只能跑麻豆段的手工流程，做成了一套任何人都能拿來用的雲端工具。</a:t>
            </a:r>
          </a:p>
          <a:p/>
          <a:p>
            <a:r>
              <a:t>重點：① 第 17 組 國道車流下載清洗工具 ② 從一次性手工到可重現工具 ③ 課程：大數據資料處理 3A</a:t>
            </a:r>
          </a:p>
          <a:p>
            <a:r>
              <a:t>時長：0.5 分鐘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[Transition] 先講我們在想解決什麼問題。</a:t>
            </a:r>
          </a:p>
          <a:p/>
          <a:p>
            <a:r>
              <a:t>我們發現有個痛點：每一個想分析國道車流的人，都要自己寫程式去下載原始資料、再自己寫程式整理那些雜亂的檔案，這些前置工作每個人都重複做一次，其實滿浪費的。[Pause] 所以我們做了一支工具，前面是一步一步的選單、後面接 AWS。它的價值就是：上游的苦工只做一次、整理完的乾淨資料放到雲端、大家共用——大檔案的儲存跟處理都讓雲端去扛，使用者的電腦只要按一下、收結果就好。</a:t>
            </a:r>
          </a:p>
          <a:p/>
          <a:p>
            <a:r>
              <a:t>重點：① 痛點是重複的下載與清洗苦工 ② 一步一步的選單 + AWS 後端 ③ 雲端扛重活、本機保持輕量</a:t>
            </a:r>
          </a:p>
          <a:p>
            <a:r>
              <a:t>時長：1 分鐘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[Transition] 那這跟期中比，差在哪裡？</a:t>
            </a:r>
          </a:p>
          <a:p/>
          <a:p>
            <a:r>
              <a:t>重點其實不是「跑得更快」，是讓整個流程變得有人都可以重跑、可以套到不同路段、可以被檢查、可以傳給後面的人接手。[Pause] 期中那一版是一個 Python 腳本，路徑全部寫死、綁住 2026 年 3 月的麻豆四個匝道，換一台電腦就要改五六個地方；現在這一版只要打一行指令、跟著選五個選項，要哪一年、哪一個月、哪一條路段都可以，重點是不用會 Python 也能跑。</a:t>
            </a:r>
          </a:p>
          <a:p/>
          <a:p>
            <a:r>
              <a:t>重點：① 不是跑更快、是更可重現 ② 期中綁死環境與資料 ③ 期末任意路段都能跑</a:t>
            </a:r>
          </a:p>
          <a:p>
            <a:r>
              <a:t>時長：0.8 分鐘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[Transition] 來看整體架構，這張圖是整套系統的核心。</a:t>
            </a:r>
          </a:p>
          <a:p/>
          <a:p>
            <a:r>
              <a:t>一句話：辛苦的工作在雲端做、本機只負責下指令跟收結果。[Pause] 流程是這樣走的：使用者用自己的電腦把 TDCS 的原始資料抓下來、上傳到 AWS 的 S3 裡放；然後透過 API Gateway 把任務丟進 SQS 排隊；接著 Lambda 把資料整理乾淨、再寫回 S3；最後用 Glue 加 Athena 就可以直接用 SQL 查。整條流程總共七步，等一下會挑幾個重點拆開來講。</a:t>
            </a:r>
          </a:p>
          <a:p/>
          <a:p>
            <a:r>
              <a:t>重點：① 重活在雲、本機輕量 ② 七步端到端：下載到查詢 ③ 核心五件套 S3 + Lambda + API Gateway + Glue + Athena</a:t>
            </a:r>
          </a:p>
          <a:p>
            <a:r>
              <a:t>時長：1 分鐘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[Transition] 先看使用者實際會碰到的畫面，也就是這支指令工具。</a:t>
            </a:r>
          </a:p>
          <a:p/>
          <a:p>
            <a:r>
              <a:t>使用者只要打一行 npx tdcs-dl，就會跳出一個互動式的選單，跟著終端機走五步就好：第一步選資料種類、第二步選時間、第三步選交流道門架、第四步選結果要放哪裡、第五步確認，下載就自動開始。[Pause] 這幾張都是真實畫面。整個過程不用碰程式碼，也不用自己去設 AWS 的密碼。</a:t>
            </a:r>
          </a:p>
          <a:p/>
          <a:p>
            <a:r>
              <a:t>重點：① 一行指令進入選單 ② 五步：資料、時間、門架、輸出、確認 ③ 不寫程式、不設 AWS 密碼</a:t>
            </a:r>
          </a:p>
          <a:p>
            <a:r>
              <a:t>時長：1 分鐘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[Transition] 老師很重視 AWS 的設定，所以這頁我們直接給實證。</a:t>
            </a:r>
          </a:p>
          <a:p/>
          <a:p>
            <a:r>
              <a:t>我們的重點是：所有的 AWS 設定都用程式碼管起來、沒有任何一項是在 AWS 網頁上手點的。[Pause] 這六張是我們 6 月 4 號從 AWS 後台實際撈下來的設定值——Lambda 的記憶體跟觸發方式、SQS 的排隊跟死信佇列、API Gateway 的路徑、Glue 的資料表結構、Athena 的查詢上限、S3 的資料夾——每一項都跟程式碼寫的完全一樣、零誤差。也因為全部都是程式碼，任何人在自己的帳號跑一下、就能重建出一模一樣的環境。</a:t>
            </a:r>
          </a:p>
          <a:p/>
          <a:p>
            <a:r>
              <a:t>重點：① 設定全程式碼管控、非手點 ② live 值與程式碼一致 ③ 任意帳號可一鍵重建</a:t>
            </a:r>
          </a:p>
          <a:p>
            <a:r>
              <a:t>時長：1 分鐘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[Transition] 接下來進四個技術重點。第一個，是一個時間上的鴻溝。</a:t>
            </a:r>
          </a:p>
          <a:p/>
          <a:p>
            <a:r>
              <a:t>結論先講：API Gateway 最多只能等 30 秒就要回應，可是我們清洗一個月的資料要 847 秒、差了 28 倍。[Data] 30 秒對上 847 秒、差 28 倍。[Pause] 如果照原本的方式同步等清洗跑完才回，30 秒一到就會被回錯誤、就算後面 Lambda 還在好好做事也一樣。我們的解法是中間加一個 SQS 排隊：把「接受任務」跟「真的去做」拆開——前面那一段秒回一個追蹤碼、後面那一段就慢慢清洗、使用者之後再來查狀態就好。</a:t>
            </a:r>
          </a:p>
          <a:p/>
          <a:p>
            <a:r>
              <a:t>重點：① 30 秒對上 847 秒、差 28 倍 ② SQS 把接任務跟做事拆開 ③ 秒回追蹤碼、背景清洗</a:t>
            </a:r>
          </a:p>
          <a:p>
            <a:r>
              <a:t>時長：1.2 分鐘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[Transition] 第二個重點，是我們真的踩到、也真的修好的一個 bug。</a:t>
            </a:r>
          </a:p>
          <a:p/>
          <a:p>
            <a:r>
              <a:t>結論先講：用 SQL 轉型救不了，因為錯是在寫檔的時候就錯了、不是查詢的時候錯。[Pause] 一開始我們去查 Athena，它跳出來說資料格式對不起來。直覺是用 SQL 的轉型語法把它轉回去——可是試了一次、還是同樣的錯。這就代表問題其實不是出在查的階段、是寫檔的時候格式就跑掉了。我們回頭把清洗程式裡寫檔那邊明確告訴它「這幾欄是整數」、問題就解了。[Data] 而且還意外撿到一個禮物：同一份資料從 903.5 KB 縮到 76.7 KB、小了大概 12 倍。把意圖講清楚、不要讓電腦自己猜——同一個修正、同時拿到「對」跟「省」。</a:t>
            </a:r>
          </a:p>
          <a:p/>
          <a:p>
            <a:r>
              <a:t>重點：① SQL 轉型救不了、錯在寫檔不在查詢 ② 寫檔前明示格式才是真正原因 ③ 順手縮檔 12 倍</a:t>
            </a:r>
          </a:p>
          <a:p>
            <a:r>
              <a:t>時長：1.2 分鐘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[Transition] 第三個重點，是工具選擇的取捨。</a:t>
            </a:r>
          </a:p>
          <a:p/>
          <a:p>
            <a:r>
              <a:t>結論：我們的清洗其實只是一些簡單的整理動作、沒有複雜的跨檔合併或重排，硬要用 Glue 那種大叢集反而太大材小用，純 Lambda 就剛好。[Pause] 大家直覺上聽到「大數據」就會想要配 Glue，可是要先看清楚我們到底在做什麼——我們做的就是把檔案一個一個解開、篩出我們要的門架、做計數、加上週次標記、全程沒有跨檔案的合併或重排，Glue 那個引擎真正擅長的優勢一個都用不到。所以我們鎖定用 Lambda、跑一個月 847 秒、剛好在 15 分鐘的上限內。報告裡我們也很誠實地寫了「為什麼不選 Glue 那條路」——這是工程上的判斷、不是我們沒能力。</a:t>
            </a:r>
          </a:p>
          <a:p/>
          <a:p>
            <a:r>
              <a:t>重點：① 沒有跨檔合併、Glue 太大材小用 ② Lambda 剛好合適這個量級 ③ 誠實寫為什麼不選 Glue</a:t>
            </a:r>
          </a:p>
          <a:p>
            <a:r>
              <a:t>時長：1 分鐘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[Transition] 第四個重點，是整個架構碰到最大的一個障礙、還有我們怎麼用實驗去解。</a:t>
            </a:r>
          </a:p>
          <a:p/>
          <a:p>
            <a:r>
              <a:t>結論先講：TDCS 只認台灣的 IP、我們的 AWS 又被綁在美國東部，所以下載這件事一定要走本機、這是物理上的限制。[Pause] 我們做了七個對照實驗來確認：E1 用 Lambda 抓、E2 用 EC2 直連，兩個都直接被擋掉、連最基本的連線握手都沒成功，這就證明 TDCS 的封鎖是整個美國區域層級的；其他幾個跳板方案各有缺點——有的要綁信用卡、有的會單點故障、有的網址不穩。所以最後選了 E6：直接從使用者本機下載、AWS 只負責收檔、清洗、查詢，跳板的錢一毛都不用花。</a:t>
            </a:r>
          </a:p>
          <a:p/>
          <a:p>
            <a:r>
              <a:t>重點：① 台灣 IP 是物理約束 ② Lambda 跟 EC2 都被擋、區域層級封鎖 ③ 從本機下載、跳板零費用</a:t>
            </a:r>
          </a:p>
          <a:p>
            <a:r>
              <a:t>時長：1 分鐘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[Transition] 講完設計，我們要證明這不是只能跑給人看的玩具。</a:t>
            </a:r>
          </a:p>
          <a:p/>
          <a:p>
            <a:r>
              <a:t>結論：這是真的會清洗、真的可以查、真的可以重複跑。[Pause] 我們麻豆段從頭跑到尾：744 個原始檔、22 GB 的資料量、整理成 14,116 行。用 Athena 查 COUNT 出來是 14,116、做車種分群拿到五種、總共 152 萬多次通過，右邊都是實際的查詢截圖。[Pause] 這邊也誠實交代一個差異：我們是 14,116 行、期中是 14,058，多出來的 58 行不是 bug、是這次多抓齊了 3 個小時的檔案、算起來剛好對得上。</a:t>
            </a:r>
          </a:p>
          <a:p/>
          <a:p>
            <a:r>
              <a:t>重點：① 端到端真數據可重複查證 ② Athena COUNT 與分群截圖 ③ 誠實解釋 +58 行的來源</a:t>
            </a:r>
          </a:p>
          <a:p>
            <a:r>
              <a:t>時長：1 分鐘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[Transition] 把期中和期末放在一起、做個量化的總結。</a:t>
            </a:r>
          </a:p>
          <a:p/>
          <a:p>
            <a:r>
              <a:t>結論：工程的價值其實不在跑得多快——清洗時間差不多——而是讓整件事變得可以重現、可以套到不同情境、可以被檢查、可以傳給後面的人接手。[Pause] 這張表五個維度——能不能重現、能不能換情境跑、誰能用、有沒有留證據、文件齊不齊——期末這一欄每一項都明顯往上一階：從綁死一個案子到任意路段都能跑、從本機跑完就沒紀錄到 Athena 永久查得到、從零散筆記到完整的工程文件。</a:t>
            </a:r>
          </a:p>
          <a:p/>
          <a:p>
            <a:r>
              <a:t>重點：① 不是跑更快、是工程性質升級 ② 五維度全面提升 ③ 可重現、通用、檢查、傳承</a:t>
            </a:r>
          </a:p>
          <a:p>
            <a:r>
              <a:t>時長：0.8 分鐘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[Transition] 大家可能會關心，跑這麼一整套雲端、到底要花多少錢。</a:t>
            </a:r>
          </a:p>
          <a:p/>
          <a:p>
            <a:r>
              <a:t>結論：整套一個月只花了 0.02 美元、預估到月底也就 0.19 美元。[Pause] 而且這不是因為我們沒有在用，是因為選對了服務的型態：Lambda 是用一次算一次錢、沒有那種開著就計費的常駐機器；Athena 設了查詢上限、單次查不到 30 KB；清洗結果只有 75 KB；整個過程沒有任何資源是放著不關還會跑錶的。[Benchmark] 用對工具不只能跑得動、還會省錢——這就是工程選擇的結果、直接反映在帳單上。</a:t>
            </a:r>
          </a:p>
          <a:p/>
          <a:p>
            <a:r>
              <a:t>重點：① 月花 0.02、估月底 0.19 美元 ② 按用量計費、無常駐 ③ 省錢是工程選擇的結果</a:t>
            </a:r>
          </a:p>
          <a:p>
            <a:r>
              <a:t>時長：0.8 分鐘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[Transition] 最後做個總結。</a:t>
            </a:r>
          </a:p>
          <a:p/>
          <a:p>
            <a:r>
              <a:t>我們在期末已經證明這套設計在雲端跑得起來；接下來下一版的方向、是把它從目前的學術帳號版本、推進到人人都可以自己架的標準工具。[Pause] 三個方向：第一、使用者拿自己的 AWS 帳號加上一鍵自架的腳本、誰都不用跟我們拿密碼；第二、加上「同一份資料不重複下載」跟「邊下載邊上傳」這兩個改良、讓本機的負擔再降到最低；第三、做兩條走向——一條留在雲端、一條完全在本機、核心邏輯不變、只是換後面跑的引擎。[Pause] 最後、要感謝指導教授王經篤、課程助教、還有開發過程中協助我們的 AI 工具。謝謝大家。</a:t>
            </a:r>
          </a:p>
          <a:p/>
          <a:p>
            <a:r>
              <a:t>重點：① v2 已驗證、下一版推向人人可自架 ② 自帶帳號、不重複下載+邊下邊傳、兩條走向 ③ 致謝</a:t>
            </a:r>
          </a:p>
          <a:p>
            <a:r>
              <a:t>時長：0.8 分鐘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svg"/><Relationship Id="rId1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svg"/><Relationship Id="rId10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svg"/><Relationship Id="rId10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svg"/><Relationship Id="rId10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svg"/><Relationship Id="rId10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svg"/><Relationship Id="rId10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svg"/><Relationship Id="rId10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svg"/><Relationship Id="rId10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svg"/><Relationship Id="rId10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svg"/><Relationship Id="rId10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svg"/><Relationship Id="rId10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svg"/><Relationship Id="rId10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svg"/><Relationship Id="rId10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